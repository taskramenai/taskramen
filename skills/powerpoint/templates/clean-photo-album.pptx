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62480" cy="6858000"/>
          </a:xfrm>
          <a:prstGeom prst="rect">
            <a:avLst/>
          </a:prstGeom>
          <a:solidFill>
            <a:srgbClr val="C9C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38680" y="0"/>
            <a:ext cx="2062480" cy="6858000"/>
          </a:xfrm>
          <a:prstGeom prst="rect">
            <a:avLst/>
          </a:prstGeom>
          <a:solidFill>
            <a:srgbClr val="BFC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7360" y="0"/>
            <a:ext cx="2062480" cy="6858000"/>
          </a:xfrm>
          <a:prstGeom prst="rect">
            <a:avLst/>
          </a:prstGeom>
          <a:solidFill>
            <a:srgbClr val="D7C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0" y="2190750"/>
            <a:ext cx="509016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00" b="1" i="0" spc="225">
                <a:solidFill>
                  <a:srgbClr val="EB1E95"/>
                </a:solidFill>
                <a:latin typeface="Montserrat"/>
              </a:rPr>
              <a:t>A TRAVEL JOURNAL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667000"/>
            <a:ext cx="5090160" cy="190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4000"/>
              </a:lnSpc>
            </a:pPr>
            <a:r>
              <a:rPr sz="4800" b="1" i="0">
                <a:solidFill>
                  <a:srgbClr val="1A1A1A"/>
                </a:solidFill>
                <a:latin typeface="Playfair Display"/>
              </a:rPr>
              <a:t>West Coast</a:t>
            </a:r>
          </a:p>
          <a:p>
            <a:pPr algn="l">
              <a:lnSpc>
                <a:spcPct val="104000"/>
              </a:lnSpc>
            </a:pPr>
            <a:r>
              <a:rPr sz="4800" b="1" i="0">
                <a:solidFill>
                  <a:srgbClr val="1A1A1A"/>
                </a:solidFill>
                <a:latin typeface="Playfair Display"/>
              </a:rPr>
              <a:t>Road Trip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4476750"/>
            <a:ext cx="509016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350" b="0" i="0" spc="75">
                <a:solidFill>
                  <a:srgbClr val="6B6B6B"/>
                </a:solidFill>
                <a:latin typeface="Montserrat"/>
              </a:rPr>
              <a:t>Your Name  •  Sept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1E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905000"/>
            <a:ext cx="10972800" cy="304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4500" b="1" i="0">
                <a:solidFill>
                  <a:srgbClr val="FFFFFF"/>
                </a:solidFill>
                <a:latin typeface="Playfair Display"/>
              </a:rPr>
              <a:t>72 Hours.</a:t>
            </a:r>
          </a:p>
          <a:p>
            <a:pPr algn="l">
              <a:lnSpc>
                <a:spcPct val="110000"/>
              </a:lnSpc>
            </a:pPr>
            <a:r>
              <a:rPr sz="4500" b="1" i="0">
                <a:solidFill>
                  <a:srgbClr val="FFFFFF"/>
                </a:solidFill>
                <a:latin typeface="Playfair Display"/>
              </a:rPr>
              <a:t>4 Humans.</a:t>
            </a:r>
          </a:p>
          <a:p>
            <a:pPr algn="l">
              <a:lnSpc>
                <a:spcPct val="110000"/>
              </a:lnSpc>
            </a:pPr>
            <a:r>
              <a:rPr sz="4500" b="1" i="0">
                <a:solidFill>
                  <a:srgbClr val="FFFFFF"/>
                </a:solidFill>
                <a:latin typeface="Playfair Display"/>
              </a:rPr>
              <a:t>1 Car. 3 Dogs.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620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00" b="1" i="0" spc="225">
                <a:solidFill>
                  <a:srgbClr val="EB1E95"/>
                </a:solidFill>
                <a:latin typeface="Montserrat"/>
              </a:rPr>
              <a:t>CHAPTER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14300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1A1A1A"/>
                </a:solidFill>
                <a:latin typeface="Playfair Display"/>
              </a:rPr>
              <a:t>The Road Begins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095500"/>
            <a:ext cx="9525000" cy="3619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75" b="0" i="0">
                <a:solidFill>
                  <a:srgbClr val="1A1A1A"/>
                </a:solidFill>
                <a:latin typeface="Montserrat"/>
              </a:rPr>
              <a:t>A single-column content slide for the photo-album theme. Set narrative copy in Montserrat against the white stage, with a Playfair Display headline above. Keep it editorial: one idea, a little air, and a serif title doing the heavy lifting.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6675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3150" b="1" i="0">
                <a:solidFill>
                  <a:srgbClr val="1A1A1A"/>
                </a:solidFill>
                <a:latin typeface="Playfair Display"/>
              </a:rPr>
              <a:t>Two Voices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571625"/>
            <a:ext cx="1428750" cy="323850"/>
          </a:xfrm>
          <a:prstGeom prst="rect">
            <a:avLst/>
          </a:prstGeom>
          <a:solidFill>
            <a:srgbClr val="F8E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" y="1609725"/>
            <a:ext cx="1333500" cy="266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25" b="1" i="0" spc="75">
                <a:solidFill>
                  <a:srgbClr val="1A1A1A"/>
                </a:solidFill>
                <a:latin typeface="Montserrat"/>
              </a:rPr>
              <a:t>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047875"/>
            <a:ext cx="5295900" cy="323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1A1A1A"/>
                </a:solidFill>
                <a:latin typeface="Montserrat"/>
              </a:rPr>
              <a:t>The left body. Pair a highlighted Montserrat label with a paragraph. Same placeholder structure as every other theme, styled in editorial photo-album dress.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6500" y="1571625"/>
            <a:ext cx="1428750" cy="323850"/>
          </a:xfrm>
          <a:prstGeom prst="rect">
            <a:avLst/>
          </a:prstGeom>
          <a:solidFill>
            <a:srgbClr val="F8E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1750" y="1609725"/>
            <a:ext cx="1333500" cy="266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25" b="1" i="0" spc="75">
                <a:solidFill>
                  <a:srgbClr val="1A1A1A"/>
                </a:solidFill>
                <a:latin typeface="Montserrat"/>
              </a:rPr>
              <a:t>Evening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047875"/>
            <a:ext cx="5295900" cy="3238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1A1A1A"/>
                </a:solidFill>
                <a:latin typeface="Montserrat"/>
              </a:rPr>
              <a:t>The right body. Two balanced editorial columns, ideal for then/now, here/there, or a paired caption. Serif title, sans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66750"/>
            <a:ext cx="109728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3150" b="1" i="0">
                <a:solidFill>
                  <a:srgbClr val="1A1A1A"/>
                </a:solidFill>
                <a:latin typeface="Playfair Display"/>
              </a:rPr>
              <a:t>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905000"/>
            <a:ext cx="533400" cy="76200"/>
          </a:xfrm>
          <a:prstGeom prst="rect">
            <a:avLst/>
          </a:prstGeom>
          <a:solidFill>
            <a:srgbClr val="EB1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143125"/>
            <a:ext cx="3276600" cy="123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700" b="1" i="0">
                <a:solidFill>
                  <a:srgbClr val="1A1A1A"/>
                </a:solidFill>
                <a:latin typeface="Playfair Display"/>
              </a:rPr>
              <a:t>1,842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19500"/>
            <a:ext cx="32766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050" b="1" i="0" spc="187">
                <a:solidFill>
                  <a:srgbClr val="6B6B6B"/>
                </a:solidFill>
                <a:latin typeface="Montserrat"/>
              </a:rPr>
              <a:t>MILES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1905000"/>
            <a:ext cx="533400" cy="76200"/>
          </a:xfrm>
          <a:prstGeom prst="rect">
            <a:avLst/>
          </a:prstGeom>
          <a:solidFill>
            <a:srgbClr val="01A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7200" y="2143125"/>
            <a:ext cx="3276600" cy="123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700" b="1" i="0">
                <a:solidFill>
                  <a:srgbClr val="1A1A1A"/>
                </a:solidFill>
                <a:latin typeface="Playfair Display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0" y="3619500"/>
            <a:ext cx="32766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050" b="1" i="0" spc="187">
                <a:solidFill>
                  <a:srgbClr val="6B6B6B"/>
                </a:solidFill>
                <a:latin typeface="Montserrat"/>
              </a:rPr>
              <a:t>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4800" y="1905000"/>
            <a:ext cx="533400" cy="76200"/>
          </a:xfrm>
          <a:prstGeom prst="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800" y="2143125"/>
            <a:ext cx="3276600" cy="123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700" b="1" i="0">
                <a:solidFill>
                  <a:srgbClr val="1A1A1A"/>
                </a:solidFill>
                <a:latin typeface="Playfair Display"/>
              </a:rPr>
              <a:t>612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0" y="3619500"/>
            <a:ext cx="32766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050" b="1" i="0" spc="187">
                <a:solidFill>
                  <a:srgbClr val="6B6B6B"/>
                </a:solidFill>
                <a:latin typeface="Montserrat"/>
              </a:rPr>
              <a:t>PHOTOS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00" b="1" i="0" spc="225">
                <a:solidFill>
                  <a:srgbClr val="FFFFFF"/>
                </a:solidFill>
                <a:latin typeface="Montserrat"/>
              </a:rPr>
              <a:t>FULL-BLEED PHOTO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5981700"/>
            <a:ext cx="2857500" cy="419100"/>
          </a:xfrm>
          <a:prstGeom prst="rect">
            <a:avLst/>
          </a:prstGeom>
          <a:solidFill>
            <a:srgbClr val="F8E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2950" y="6048375"/>
            <a:ext cx="2590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A1A1A"/>
                </a:solidFill>
                <a:latin typeface="Montserrat"/>
              </a:rPr>
              <a:t>Malibu sunset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57900" cy="3390900"/>
          </a:xfrm>
          <a:prstGeom prst="rect">
            <a:avLst/>
          </a:prstGeom>
          <a:solidFill>
            <a:srgbClr val="C9C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" y="2971800"/>
            <a:ext cx="1171575" cy="304800"/>
          </a:xfrm>
          <a:prstGeom prst="rect">
            <a:avLst/>
          </a:prstGeom>
          <a:solidFill>
            <a:srgbClr val="F8E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9550" y="3009900"/>
            <a:ext cx="981075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Montserrat"/>
              </a:rPr>
              <a:t>Coastline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34100" y="0"/>
            <a:ext cx="6057900" cy="3390900"/>
          </a:xfrm>
          <a:prstGeom prst="rect">
            <a:avLst/>
          </a:prstGeom>
          <a:solidFill>
            <a:srgbClr val="BFC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400" y="2971800"/>
            <a:ext cx="1276350" cy="304800"/>
          </a:xfrm>
          <a:prstGeom prst="rect">
            <a:avLst/>
          </a:prstGeom>
          <a:solidFill>
            <a:srgbClr val="F8E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43650" y="3009900"/>
            <a:ext cx="1085850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Montserrat"/>
              </a:rPr>
              <a:t>Diner stop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467100"/>
            <a:ext cx="6057900" cy="3390900"/>
          </a:xfrm>
          <a:prstGeom prst="rect">
            <a:avLst/>
          </a:prstGeom>
          <a:solidFill>
            <a:srgbClr val="D7C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" y="6438900"/>
            <a:ext cx="962025" cy="304800"/>
          </a:xfrm>
          <a:prstGeom prst="rect">
            <a:avLst/>
          </a:prstGeom>
          <a:solidFill>
            <a:srgbClr val="F8E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550" y="6477000"/>
            <a:ext cx="771525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Montserrat"/>
              </a:rPr>
              <a:t>Big Sur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4100" y="3467100"/>
            <a:ext cx="6057900" cy="3390900"/>
          </a:xfrm>
          <a:prstGeom prst="rect">
            <a:avLst/>
          </a:prstGeom>
          <a:solidFill>
            <a:srgbClr val="C2C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400" y="6438900"/>
            <a:ext cx="1276350" cy="304800"/>
          </a:xfrm>
          <a:prstGeom prst="rect">
            <a:avLst/>
          </a:prstGeom>
          <a:solidFill>
            <a:srgbClr val="F8E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3650" y="6477000"/>
            <a:ext cx="1085850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Montserrat"/>
              </a:rPr>
              <a:t>Camp night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714500"/>
            <a:ext cx="10972800" cy="2857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3900" b="0" i="1">
                <a:solidFill>
                  <a:srgbClr val="FFFFFF"/>
                </a:solidFill>
                <a:latin typeface="Playfair Display"/>
              </a:rPr>
              <a:t>“The best stories</a:t>
            </a:r>
          </a:p>
          <a:p>
            <a:pPr algn="l">
              <a:lnSpc>
                <a:spcPct val="112000"/>
              </a:lnSpc>
            </a:pPr>
            <a:r>
              <a:rPr sz="3900" b="0" i="1">
                <a:solidFill>
                  <a:srgbClr val="FFFFFF"/>
                </a:solidFill>
                <a:latin typeface="Playfair Display"/>
              </a:rPr>
              <a:t>happen between</a:t>
            </a:r>
          </a:p>
          <a:p>
            <a:pPr algn="l">
              <a:lnSpc>
                <a:spcPct val="112000"/>
              </a:lnSpc>
            </a:pPr>
            <a:r>
              <a:rPr sz="3900" b="0" i="1">
                <a:solidFill>
                  <a:srgbClr val="FFFFFF"/>
                </a:solidFill>
                <a:latin typeface="Playfair Display"/>
              </a:rPr>
              <a:t>the photographs.”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5334000"/>
            <a:ext cx="533400" cy="76200"/>
          </a:xfrm>
          <a:prstGeom prst="rect">
            <a:avLst/>
          </a:prstGeom>
          <a:solidFill>
            <a:srgbClr val="EB1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5245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00" b="1" i="0" spc="112">
                <a:solidFill>
                  <a:srgbClr val="CFCFCF"/>
                </a:solidFill>
                <a:latin typeface="Montserrat"/>
              </a:rPr>
              <a:t>From the road,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608320" cy="6858000"/>
          </a:xfrm>
          <a:prstGeom prst="rect">
            <a:avLst/>
          </a:prstGeom>
          <a:solidFill>
            <a:srgbClr val="C9C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84520" y="0"/>
            <a:ext cx="6507480" cy="3390900"/>
          </a:xfrm>
          <a:prstGeom prst="rect">
            <a:avLst/>
          </a:prstGeom>
          <a:solidFill>
            <a:srgbClr val="BFC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70270" y="4133850"/>
            <a:ext cx="593598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900" b="1" i="0" spc="225">
                <a:solidFill>
                  <a:srgbClr val="EB1E95"/>
                </a:solidFill>
                <a:latin typeface="Montserrat"/>
              </a:rPr>
              <a:t>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0270" y="4467225"/>
            <a:ext cx="5935980" cy="95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1A1A"/>
                </a:solidFill>
                <a:latin typeface="Playfair Display"/>
              </a:rPr>
              <a:t>Thanks for</a:t>
            </a:r>
          </a:p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1A1A"/>
                </a:solidFill>
                <a:latin typeface="Playfair Display"/>
              </a:rPr>
              <a:t>riding along.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0270" y="5562600"/>
            <a:ext cx="593598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25" b="0" i="0">
                <a:solidFill>
                  <a:srgbClr val="6B6B6B"/>
                </a:solidFill>
                <a:latin typeface="Montserrat"/>
              </a:rPr>
              <a:t>Made with Task Ramen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000000"/>
      </a:dk2>
      <a:lt2>
        <a:srgbClr val="F4F4F2"/>
      </a:lt2>
      <a:accent1>
        <a:srgbClr val="EB1E95"/>
      </a:accent1>
      <a:accent2>
        <a:srgbClr val="F8E71C"/>
      </a:accent2>
      <a:accent3>
        <a:srgbClr val="01AFD1"/>
      </a:accent3>
      <a:accent4>
        <a:srgbClr val="483165"/>
      </a:accent4>
      <a:accent5>
        <a:srgbClr val="0F9D58"/>
      </a:accent5>
      <a:accent6>
        <a:srgbClr val="9A9A9A"/>
      </a:accent6>
      <a:hlink>
        <a:srgbClr val="EB1E95"/>
      </a:hlink>
      <a:folHlink>
        <a:srgbClr val="483165"/>
      </a:folHlink>
    </a:clrScheme>
    <a:fontScheme name="Office">
      <a:majorFont>
        <a:latin typeface="Playfair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